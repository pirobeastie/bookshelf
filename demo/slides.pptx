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3611880"/>
            <a:ext cx="10332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6E7784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BookShelf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361188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F6DB5"/>
                </a:solidFill>
              </a:rPr>
              <a:t>DevOps Final Capstone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6E7784"/>
                </a:solidFill>
              </a:rPr>
              <a:t>Nanakjot Singh Chahal  ·  24bcs10132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6E7784"/>
                </a:solidFill>
              </a:rPr>
              <a:t>github.com/piroBeastie/bookshelf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app does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 reading list: add a book, move it between WANT, READING and FINISHED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Rate a book out of 5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Totals the pages you actually finished and your average rating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9 REST endpoints, one Postgres table, one Alembic migration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app is small on purpose - the DevOps layer around it is the project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Tech stack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Backend: FastAPI, Python 3.12, SQLAlchemy, Alembic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Frontend: React 18 + Vite, served by nginx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Database: PostgreSQL 16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Containers: Docker, multi-stage build, both images non-root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CI/CD: GitHub Actions, Trivy, GitHub Container Registry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Infrastructure: Terraform (AWS VPC + EKS)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Platform: Kubernetes, Helm, Ingress, HPA, Argo CD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Observability: Prometheus + Grafana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960120" y="1920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6DB5"/>
                </a:solidFill>
              </a:rPr>
              <a:t>browser  -&gt;  nginx (frontend)  -&gt;  FastAPI (backend)  -&gt;  PostgreSQL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743200"/>
            <a:ext cx="10241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The browser only ever talks to nginx.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nginx serves the React bundle and proxies /api to the backend.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So the same frontend image works in Docker Compose and in Kubernetes.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In the cluster: Ingress sends / to the frontend and /api to the backend.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2 replicas each, probes on /health and /ready, HPA on the backend.</a:t>
            </a:r>
            <a:endParaRPr lang="en-US" sz="19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CI/CD pipeline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960120" y="1920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6DB5"/>
                </a:solidFill>
              </a:rPr>
              <a:t>push  -&gt;  tests + helm lint  -&gt;  docker build  -&gt;  Trivy gate  -&gt;  GHCR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743200"/>
            <a:ext cx="10241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Runs on every push to main.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flake8, 11 pytest tests, npm build, helm lint - all before any image is built.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Images tagged with the commit SHA, never latest.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Published to GitHub Container Registry.</a:t>
            </a:r>
            <a:endParaRPr lang="en-US" sz="19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Security scanning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Trivy scans both images in the pipeline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blocked my first build: 3 fixable HIGH CVEs in starlette, 6 in the nginx base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never installed starlette - FastAPI pulls it in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Fixed by upgrading FastAPI and the nginx base image, not by suppressing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Both images now scan clean on HIGH and CRITICAL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Infrastructure as code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Terraform plans 15 AWS resources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VPC, two public subnets in two availability zones, internet gateway, route table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IAM roles for the control plane and the nodes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EKS cluster and a managed node group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Limitation: no AWS account with billing, so apply and destroy were never run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Kubernetes and Helm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One Helm chart deploys the whole stack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5 pods: 2 backend, 2 frontend, 1 Postgres with a PVC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3 ClusterIP Services - nothing exposed except the Ingress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Ingress routes / to the frontend and /api to the backend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HPA scales the backend from 2 to 5 on CPU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Argo CD also deploys the same chart straight from GitHub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Observability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backend exposes /metrics in Prometheus format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Prometheus discovers the pods and scrapes each one separately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2 of 2 targets UP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Grafana shows the request rate per endpoint, live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Grafana data source is provisioned from a values file, not clicked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685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I learned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0120" y="1828800"/>
            <a:ext cx="102412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Running it is the only test that counts - every pipeline bug was invisible locally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Running is not the same as working: the ingress said 1/1 Running while dropping requests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 security gate is only useful if it stays switched on</a:t>
            </a:r>
            <a:endParaRPr lang="en-US" sz="20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Honest gaps beat invented evidence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669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DB5"/>
                </a:solidFill>
              </a:rPr>
              <a:t>github.com/piroBeastie/bookshelf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1792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0A6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okShelf Simple">
  <a:themeElements>
    <a:clrScheme name="BookShelf Simple">
      <a:dk1>
        <a:srgbClr val="1F2430"/>
      </a:dk1>
      <a:lt1>
        <a:srgbClr val="FFFFFF"/>
      </a:lt1>
      <a:dk2>
        <a:srgbClr val="1F2430"/>
      </a:dk2>
      <a:lt2>
        <a:srgbClr val="F2F4F7"/>
      </a:lt2>
      <a:accent1>
        <a:srgbClr val="2F6DB5"/>
      </a:accent1>
      <a:accent2>
        <a:srgbClr val="2E7D63"/>
      </a:accent2>
      <a:accent3>
        <a:srgbClr val="B23A3A"/>
      </a:accent3>
      <a:accent4>
        <a:srgbClr val="6E7784"/>
      </a:accent4>
      <a:accent5>
        <a:srgbClr val="2F6DB5"/>
      </a:accent5>
      <a:accent6>
        <a:srgbClr val="6E7784"/>
      </a:accent6>
      <a:hlink>
        <a:srgbClr val="2F6DB5"/>
      </a:hlink>
      <a:folHlink>
        <a:srgbClr val="2F6DB5"/>
      </a:folHlink>
    </a:clrScheme>
    <a:fontScheme name="BookShelf Simpl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BookShelf - DevOps Capstone</dc:title>
  <dc:subject>PptxGenJS Presentation</dc:subject>
  <dc:creator>Nanakjot Singh Chahal</dc:creator>
  <cp:lastModifiedBy>Nanakjot Singh Chahal</cp:lastModifiedBy>
  <cp:revision>1</cp:revision>
  <dcterms:created xsi:type="dcterms:W3CDTF">2026-10-16T15:50:09Z</dcterms:created>
  <dcterms:modified xsi:type="dcterms:W3CDTF">2026-10-16T15:50:09Z</dcterms:modified>
</cp:coreProperties>
</file>